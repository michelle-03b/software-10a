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46" d="100"/>
          <a:sy n="46" d="100"/>
        </p:scale>
        <p:origin x="7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99EF221-5C8D-404A-9186-1164BD886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425090A-BC33-4556-9A60-AAAF33208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200393E4-A404-418A-A7A3-24010DF66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0493-4482-4737-8E4C-65278325584E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9ADE579C-4DED-442B-B6C2-D217F93EB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BECD9BB8-A9BE-454F-9E9C-F7710001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D09C-EC7D-4013-98F1-2B31AD99CF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076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C3372D0-7AB5-4E87-8C56-DAFFE663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72281D3F-BB8C-40C0-9ACC-A9F94F1BF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DA8BF959-8EEE-4668-BF39-FBFD44C2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0493-4482-4737-8E4C-65278325584E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D45B4A02-456D-4035-84DB-D26CC285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F1A9FDC0-D889-4813-A98B-EA2876AF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D09C-EC7D-4013-98F1-2B31AD99CF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8514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85D9D05-9B6B-4CC6-BEDA-A7AFB8B4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352796E8-3831-4B7D-B085-61195A9CE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52A18982-DC80-4ECB-AAB8-953941EDC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0493-4482-4737-8E4C-65278325584E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623F05E4-936F-4BF6-8772-59770DB35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75192A76-19B9-486F-A72A-DA3209A1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D09C-EC7D-4013-98F1-2B31AD99CF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943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4FBA621-38B6-49C9-BC87-CDF63D87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DEA0CDE6-6275-42AA-83DE-5F14FB2A0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62126B6C-8D01-4628-8BF8-18F1CA8C3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E97D434D-6F8E-486A-B6B1-13AD65911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0493-4482-4737-8E4C-65278325584E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06C6007E-930C-4783-92FA-F90BDB059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0D119A5F-5F05-4AE5-A280-19C3D147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D09C-EC7D-4013-98F1-2B31AD99CF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152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10B573D-FD39-49F6-ABFB-8558EF57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965464C9-2FCB-4775-AA16-6A2216E67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B14C34A0-AD07-4031-8BBB-1DBD71CD9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8985E7ED-10C4-4F55-ADE0-EAB2127C0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39B7EBCA-C3B4-40B7-9307-24CADF1E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28CD0872-40C7-4C6D-AC7C-A9DF8EACB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0493-4482-4737-8E4C-65278325584E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8D8E0C84-200C-4D50-9A8F-A4995D620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88BDD0C9-6BA3-4953-A3A5-440DB0D8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D09C-EC7D-4013-98F1-2B31AD99CF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6857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39DC196-1BC7-4605-8202-3A13F3DB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6D096A2E-8991-4B66-8F8B-AF65A3C77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0493-4482-4737-8E4C-65278325584E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D2FB7472-5C92-4565-8AB4-28354539F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DC3E5B58-25B8-45FC-96CA-16A3708D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D09C-EC7D-4013-98F1-2B31AD99CF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4124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8EA98CC1-2F72-48FC-9D9F-3D34580C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0493-4482-4737-8E4C-65278325584E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40C960F5-8454-489F-80BE-82BD88FD4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09C40916-103E-4AD0-AEB7-9C536727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D09C-EC7D-4013-98F1-2B31AD99CF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413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CF0455-922E-467F-81D1-635562F3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DDC17759-ED53-43AD-99D3-114613CFB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AFEDD90E-8801-40FE-99F2-ED2BED115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C5B681F8-7AFA-49FB-A679-F242ED7C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0493-4482-4737-8E4C-65278325584E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80821651-871A-48E6-A185-335383D47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ACC8138E-CE19-4942-BE4C-CA10A792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D09C-EC7D-4013-98F1-2B31AD99CF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858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C1BC821-D052-4FDE-8852-352F2CA98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E36D21E0-CEF8-44D2-917B-F1B64CD95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B49E4B6C-ED00-4C75-A28B-360A08A97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62783725-1DD6-4F05-8C23-A4C80BA59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0493-4482-4737-8E4C-65278325584E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9F922D2E-9DA9-4427-A466-950BE635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3801A301-9FF8-491A-BCFD-6E91140F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D09C-EC7D-4013-98F1-2B31AD99CF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426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E162643-92AB-466D-858E-78BDA3BB8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F7534FBF-4776-4C03-BFBB-DD6A80EF8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D37B7C38-8A71-4DEB-AA48-223AA78DA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0493-4482-4737-8E4C-65278325584E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A47C3122-8E54-46DF-9ED1-178A6FB07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15C2AA76-65BE-47AB-85C6-978C8BE5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D09C-EC7D-4013-98F1-2B31AD99CF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6190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0E029871-68CD-42EC-AD60-E3899A4B5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451CC87A-D7E4-4FC2-AE5F-976287C3B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38EDEF7C-1D02-4A17-83F0-4C953EA1E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0493-4482-4737-8E4C-65278325584E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9B9AA7FB-0E63-4E76-866C-5E90A2BC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5B600C50-7C90-4F08-8A43-FD48E62E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D09C-EC7D-4013-98F1-2B31AD99CF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7057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E2C297D2-D5E3-40FD-83C0-5D88186D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34D02D9B-DD0D-4BB3-8635-FB16830C0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6F40E3E5-FD70-44C8-B294-BD29ABD7CF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A0493-4482-4737-8E4C-65278325584E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66FFAB5E-75B1-4542-BFF0-623D732731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2BDBAF9B-8F9A-4866-970E-C1A4FE713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4D09C-EC7D-4013-98F1-2B31AD99CF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809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DD3B6B2-CB3D-4FFE-B081-1A1215327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127" y="-896442"/>
            <a:ext cx="9144000" cy="2306637"/>
          </a:xfrm>
        </p:spPr>
        <p:txBody>
          <a:bodyPr>
            <a:normAutofit/>
          </a:bodyPr>
          <a:lstStyle/>
          <a:p>
            <a:r>
              <a:rPr lang="es-ES" dirty="0"/>
              <a:t>SENA TIC 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79009076-1658-447A-910E-49A25A234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9101" y="2083058"/>
            <a:ext cx="9353797" cy="2691884"/>
          </a:xfrm>
        </p:spPr>
        <p:txBody>
          <a:bodyPr>
            <a:noAutofit/>
          </a:bodyPr>
          <a:lstStyle/>
          <a:p>
            <a:r>
              <a:rPr lang="es-ES" sz="4000" dirty="0">
                <a:latin typeface="Baskerville Old Face" panose="02020602080505020303" pitchFamily="18" charset="0"/>
              </a:rPr>
              <a:t>En el curso de software anima a los estudiantes Colombianos a aprender de los sistemas tecnológicos actuales como lo es la programación y todo lo referente a software mediante a una formación con varios programas para estudiar que proporciona el SENA </a:t>
            </a:r>
            <a:endParaRPr lang="es-ES" sz="4000" dirty="0" smtClean="0">
              <a:latin typeface="Baskerville Old Face" panose="02020602080505020303" pitchFamily="18" charset="0"/>
            </a:endParaRPr>
          </a:p>
          <a:p>
            <a:endParaRPr lang="es-MX" sz="2000" dirty="0" smtClean="0">
              <a:latin typeface="Baskerville Old Face" panose="02020602080505020303" pitchFamily="18" charset="0"/>
            </a:endParaRPr>
          </a:p>
          <a:p>
            <a:r>
              <a:rPr lang="es-MX" sz="2000" dirty="0">
                <a:latin typeface="Baskerville Old Face" panose="02020602080505020303" pitchFamily="18" charset="0"/>
              </a:rPr>
              <a:t> </a:t>
            </a:r>
            <a:r>
              <a:rPr lang="es-MX" sz="2000" dirty="0" smtClean="0">
                <a:latin typeface="Baskerville Old Face" panose="02020602080505020303" pitchFamily="18" charset="0"/>
              </a:rPr>
              <a:t>                                                                                                               Sarah Carreño</a:t>
            </a:r>
          </a:p>
          <a:p>
            <a:endParaRPr lang="es-MX" sz="2000" dirty="0">
              <a:latin typeface="Baskerville Old Face" panose="02020602080505020303" pitchFamily="18" charset="0"/>
            </a:endParaRPr>
          </a:p>
          <a:p>
            <a:endParaRPr lang="es-ES" sz="20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4563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46</Words>
  <Application>Microsoft Office PowerPoint</Application>
  <PresentationFormat>Panorámica</PresentationFormat>
  <Paragraphs>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Baskerville Old Face</vt:lpstr>
      <vt:lpstr>Calibri</vt:lpstr>
      <vt:lpstr>Calibri Light</vt:lpstr>
      <vt:lpstr>Tema de Office</vt:lpstr>
      <vt:lpstr>SENA TIC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 TIC</dc:title>
  <dc:creator>EQ_6</dc:creator>
  <cp:lastModifiedBy>GRUPO SOLIDO</cp:lastModifiedBy>
  <cp:revision>5</cp:revision>
  <dcterms:created xsi:type="dcterms:W3CDTF">2025-06-06T21:37:20Z</dcterms:created>
  <dcterms:modified xsi:type="dcterms:W3CDTF">2025-07-25T23:49:05Z</dcterms:modified>
</cp:coreProperties>
</file>